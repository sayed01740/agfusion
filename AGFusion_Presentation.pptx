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Stablecoin operations workspace on Arc</a:t>
            </a:r>
          </a:p>
          <a:p>
            <a:r>
              <a:t>Payments, treasury, agents, and developer tooling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 is Circle’s open Layer-1</a:t>
            </a:r>
          </a:p>
          <a:p>
            <a:r>
              <a:t>The Economic OS for programmable money</a:t>
            </a:r>
          </a:p>
          <a:p>
            <a:r>
              <a:t>Uses USDC as gas</a:t>
            </a:r>
          </a:p>
          <a:p>
            <a:r>
              <a:t>Sub-second finality and EVM compatibility</a:t>
            </a:r>
          </a:p>
          <a:p>
            <a:r>
              <a:t>Opt-in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Product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Workspace: Natural-language payments (estimate → confirm → settle)</a:t>
            </a:r>
          </a:p>
          <a:p>
            <a:r>
              <a:t>Cross-chain transfer: Move USDC across networks</a:t>
            </a:r>
          </a:p>
          <a:p>
            <a:r>
              <a:t>Unified balance: One spendable view across chains</a:t>
            </a:r>
          </a:p>
          <a:p>
            <a:r>
              <a:t>Agents: Policy-bound payroll, treasury, and FX agents</a:t>
            </a:r>
          </a:p>
          <a:p>
            <a:r>
              <a:t>Analytics: Volume, success rate, and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 15, React 19, TypeScript, Tailwind 4</a:t>
            </a:r>
          </a:p>
          <a:p>
            <a:r>
              <a:t>viem for Arc Testnet RPC and live sends</a:t>
            </a:r>
          </a:p>
          <a:p>
            <a:r>
              <a:t>Circle payment tooling for multi-chain workflows</a:t>
            </a:r>
          </a:p>
          <a:p>
            <a:r>
              <a:t>LLM Integration (BazaarLink or xAI) for agents</a:t>
            </a:r>
          </a:p>
          <a:p>
            <a:r>
              <a:t>SIWE + Prisma sessions for Auth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Tool-First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get_wallet_state &amp; get_balances</a:t>
            </a:r>
          </a:p>
          <a:p>
            <a:r>
              <a:t>2. estimate_*</a:t>
            </a:r>
          </a:p>
          <a:p>
            <a:r>
              <a:t>3. prepare_payment → Confirm</a:t>
            </a:r>
          </a:p>
          <a:p>
            <a:r>
              <a:t>4. execute_* (only after user confirmation)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